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Gpiano AI 不是替用户练琴，而是把用户自己的静态琴谱转成可以核对、试听和调整的个人练习材料。
[Sources]
- PROJECT_BRIEF.md
- docs/context-sync/current-status.md
- Screenshot captured from BT_A800 on 2026-08-21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用户卡住时，缺少的通常不是另一份琴谱，而是把这一小节听懂、拆开、调整并继续练下去的方法。
[Sources]
- 比赛资料/基础信息/Gpiano-AI主理人出道计划报名帖.md
- PROJECT_BRIEF.md
- Screenshot captured from BT_A800 on 2026-08-23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完整流程从导入开始，经过识谱、核对、练习和调整，最后保存可带走成果。每一步都保留用户确认和恢复路径。
[Sources]
- PROJECT_BRIEF.md
- PROJECT_CHARTER.md
- docs/product/requirements.md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Gpiano 先保留原谱，再生成待校正结构草稿。用户可以在原谱和练习谱之间切换，并继续修正识别结果。
[Sources]
- docs/decisions/ADR-0013-audiveris-omr-companion-and-job-model.md
- docs/context-sync/current-status.md
- Screenshots captured from BT_A800 on 2026-08-21 and 2026-08-23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用户选择一个小节后，可以分手、变速和循环试听；本地指导会引用谱面结构，给出清晰的练习顺序和动作。
[Sources]
- docs/context-sync/current-status.md
- docs/product/requirements.md
- Screenshot captured from BT_A800 on 2026-08-21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Gpiano 的练习版本不是一次性 AI 文本。它有独立 MusicXML、差异和修订历史，用户可以继续修改，同时原谱和主谱保持不变。
[Sources]
- docs/decisions/ADR-0014-independent-practice-versions.md
- docs/decisions/ADR-0017-editable-practice-version-revisions.md
- docs/context-sync/current-status.md
- Screenshot captured from BT_A800 on 2026-08-21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不是默认上传入口。用户可以先看到发送边界，明确同意后才调用模型；原谱图片不会随问题一起发送。
[Sources]
- docs/decisions/ADR-0001-local-first.md
- docs/decisions/ADR-0016-consented-score-ai-companion.md
- docs/context-sync/current-status.md
- Screenshot captured from BT_A800 on 2026-08-21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当前版本已经完成从图片到练习版本和本地恢复的技术闭环；同时，我们明确不把单页验证包装成复杂谱识别或教学效果结论。
[Sources]
- docs/context-sync/current-status.md
- 比赛资料/第三周/output/evidence/核心流程真机录屏说明.md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Gpiano 下一步的重点是让真实学习者完成整轮流程，验证校正成本和实际帮助。我们的目标始终是不替用户练琴，而是让用户的琴谱更适合自己练。
[Sources]
- PROJECT_BRIEF.md
- docs/context-sync/current-status.md
- 比赛资料/第三周/output/BP初步规划.md
- Screenshot captured from BT_A800 on 2026-08-21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8890">
            <a:solidFill>
              <a:srgbClr val="D9DDD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47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产品介绍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051560"/>
            <a:ext cx="5897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把你的琴谱，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变成适合自己练的琴谱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9077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从一张静态图片开始，让琴谱可核对、可试听、可拆分、可调整。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064" y="3895344"/>
            <a:ext cx="1060704" cy="310896"/>
          </a:xfrm>
          <a:prstGeom prst="roundRect">
            <a:avLst/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3922776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本地优先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19072" y="3895344"/>
            <a:ext cx="1261872" cy="310896"/>
          </a:xfrm>
          <a:prstGeom prst="roundRect">
            <a:avLst/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10512" y="392277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原谱不覆盖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27248" y="3895344"/>
            <a:ext cx="1572768" cy="310896"/>
          </a:xfrm>
          <a:prstGeom prst="roundRect">
            <a:avLst/>
          </a:prstGeom>
          <a:solidFill>
            <a:srgbClr val="EDF4FF"/>
          </a:solidFill>
          <a:ln w="8890">
            <a:solidFill>
              <a:srgbClr val="EDF4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18688" y="392277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练习结果可带走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482803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不是替你练琴，而是让你正在练的这一份谱更容易被理解和练下去。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79792" y="347472"/>
            <a:ext cx="2779776" cy="4828032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13" name="Image 0" descr="/home/thundersoft/AF-GYH/Gpiano/tmp/bp-assets/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4" y="420624"/>
            <a:ext cx="2633472" cy="46817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1389888"/>
            <a:ext cx="1481328" cy="877824"/>
          </a:xfrm>
          <a:prstGeom prst="roundRect">
            <a:avLst/>
          </a:prstGeom>
          <a:solidFill>
            <a:srgbClr val="FFF3A6"/>
          </a:solidFill>
          <a:ln w="8890">
            <a:solidFill>
              <a:srgbClr val="FFF3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28232" y="15361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28232" y="19019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小节结构谱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857232" y="4645152"/>
            <a:ext cx="1463040" cy="877824"/>
          </a:xfrm>
          <a:prstGeom prst="roundRect">
            <a:avLst/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40112" y="4782312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0040112" y="51480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项练习版差异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512064" y="5925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用户场景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109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练琴最难的，常常不是没有谱，而是不知道下一步怎么练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816352" cy="1536192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EDF3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看不懂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6771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音高、节奏和多声部同时出现，难以快速对应正确声音。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657600" y="1389888"/>
            <a:ext cx="2816352" cy="1536192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F5F1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5544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8470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听不清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26771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想只听一只手、一个小节或更慢的版本，却要切换多个工具。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02920" y="3264408"/>
            <a:ext cx="2816352" cy="1536192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EDF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4290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72160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弹不动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14223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跨度、手位和织体超出当前能力，标准谱不等于当前可练谱。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657600" y="3264408"/>
            <a:ext cx="2816352" cy="1536192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F5F1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34290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372160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不会改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414223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移调、简化和制谱门槛高，普通学习者难以自己完成。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470648" y="1225296"/>
            <a:ext cx="2779776" cy="4828032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22" name="Image 0" descr="/home/thundersoft/AF-GYH/Gpiano/tmp/bp-assets/original-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298448"/>
            <a:ext cx="2633472" cy="468172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756648" y="5102352"/>
            <a:ext cx="1508760" cy="658368"/>
          </a:xfrm>
          <a:prstGeom prst="roundRect">
            <a:avLst/>
          </a:prstGeom>
          <a:solidFill>
            <a:srgbClr val="FFF3A6"/>
          </a:solidFill>
          <a:ln w="8890">
            <a:solidFill>
              <a:srgbClr val="FFF3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948672" y="5212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一整页谱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5687568"/>
            <a:ext cx="5742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用户需要的不是更多文件入口，而是把一个具体卡点变成可执行动作。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产品全景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109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一张琴谱进入 Gpiano 后，会经历什么？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3776" y="1481328"/>
            <a:ext cx="1554480" cy="1133856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18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562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导入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2199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 / PDF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4832" y="2048256"/>
            <a:ext cx="292608" cy="0"/>
          </a:xfrm>
          <a:prstGeom prst="line">
            <a:avLst/>
          </a:prstGeom>
          <a:noFill/>
          <a:ln w="1397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32304" y="1481328"/>
            <a:ext cx="1554480" cy="1133856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78608" y="1618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18562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识谱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78608" y="222199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OMR 草稿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0" y="2048256"/>
            <a:ext cx="292608" cy="0"/>
          </a:xfrm>
          <a:prstGeom prst="line">
            <a:avLst/>
          </a:prstGeom>
          <a:noFill/>
          <a:ln w="1397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0832" y="1481328"/>
            <a:ext cx="1554480" cy="1133856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17136" y="1618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18562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222199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 / 校正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61888" y="2048256"/>
            <a:ext cx="292608" cy="0"/>
          </a:xfrm>
          <a:prstGeom prst="line">
            <a:avLst/>
          </a:prstGeom>
          <a:noFill/>
          <a:ln w="1397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1481328"/>
            <a:ext cx="1554480" cy="1133856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1618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18562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222199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选段 / 慢速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00416" y="2048256"/>
            <a:ext cx="292608" cy="0"/>
          </a:xfrm>
          <a:prstGeom prst="line">
            <a:avLst/>
          </a:prstGeom>
          <a:noFill/>
          <a:ln w="1397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47888" y="1481328"/>
            <a:ext cx="1554480" cy="1133856"/>
          </a:xfrm>
          <a:prstGeom prst="roundRect">
            <a:avLst/>
          </a:prstGeom>
          <a:solidFill>
            <a:srgbClr val="FFF3A6"/>
          </a:solidFill>
          <a:ln w="8890">
            <a:solidFill>
              <a:srgbClr val="FFF3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94192" y="1618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18562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调整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394192" y="222199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独立练习版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38944" y="2048256"/>
            <a:ext cx="292608" cy="0"/>
          </a:xfrm>
          <a:prstGeom prst="line">
            <a:avLst/>
          </a:prstGeom>
          <a:noFill/>
          <a:ln w="1397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86416" y="1481328"/>
            <a:ext cx="1554480" cy="1133856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32720" y="1618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185623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222199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 / 恢复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127248"/>
            <a:ext cx="11137392" cy="2395728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343814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用户始终拥有控制权</a:t>
            </a:r>
            <a:endParaRPr lang="en-US" sz="23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005072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0E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识别是草稿，不是假装正确；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0E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建议是候选，不直接覆盖原谱；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0E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数据可导出，不被锁在应用里。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370832" y="3547872"/>
            <a:ext cx="1901952" cy="1481328"/>
          </a:xfrm>
          <a:prstGeom prst="roundRect">
            <a:avLst/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53712" y="37673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可核对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4553712" y="427024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原谱与结构谱随时切换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56832" y="3547872"/>
            <a:ext cx="1901952" cy="1481328"/>
          </a:xfrm>
          <a:prstGeom prst="roundRect">
            <a:avLst/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39712" y="37673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可恢复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6839712" y="427024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历史、撤销、重做和备份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942832" y="3547872"/>
            <a:ext cx="1901952" cy="1481328"/>
          </a:xfrm>
          <a:prstGeom prst="roundRect">
            <a:avLst/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25712" y="37673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可带走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9125712" y="427024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MusicXML / MIDI / .gpiano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 01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109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把图片谱变成可定位、可播放、可修改的结构谱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3776" y="1243584"/>
            <a:ext cx="2633472" cy="4572000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6" name="Image 0" descr="/home/thundersoft/AF-GYH/Gpiano/tmp/bp-assets/original-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2487168" cy="4425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44568" y="1243584"/>
            <a:ext cx="2633472" cy="4572000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8" name="Image 1" descr="/home/thundersoft/AF-GYH/Gpiano/tmp/bp-assets/work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16736"/>
            <a:ext cx="2487168" cy="44256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6120" y="3493008"/>
            <a:ext cx="1115568" cy="0"/>
          </a:xfrm>
          <a:prstGeom prst="line">
            <a:avLst/>
          </a:prstGeom>
          <a:noFill/>
          <a:ln w="25400">
            <a:solidFill>
              <a:srgbClr val="607D70"/>
            </a:solidFill>
            <a:prstDash val="solid"/>
            <a:tailEnd type="triangle"/>
          </a:ln>
        </p:spPr>
      </p:sp>
      <p:sp>
        <p:nvSpPr>
          <p:cNvPr id="10" name="Text 6"/>
          <p:cNvSpPr txBox="1"/>
          <p:nvPr/>
        </p:nvSpPr>
        <p:spPr>
          <a:xfrm>
            <a:off x="1078992" y="585216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原始图片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010912" y="58521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小节结构谱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543800" y="1353312"/>
            <a:ext cx="4041648" cy="1188720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EDF3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26680" y="15179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181051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先保留原谱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2231136"/>
            <a:ext cx="3675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转换失败不会损坏原始琴谱；结构谱与原谱可以随时切换。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7543800" y="2770632"/>
            <a:ext cx="4041648" cy="1188720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F5F1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26680" y="29352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7726680" y="322783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再建立草稿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726680" y="3648456"/>
            <a:ext cx="3675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Audiveris 输出经 MusicXML / ScoreIR 校验后，明确标记为待校正结果。</a:t>
            </a:r>
            <a:endParaRPr lang="en-US" sz="1020" dirty="0"/>
          </a:p>
        </p:txBody>
      </p:sp>
      <p:sp>
        <p:nvSpPr>
          <p:cNvPr id="20" name="Shape 16"/>
          <p:cNvSpPr/>
          <p:nvPr/>
        </p:nvSpPr>
        <p:spPr>
          <a:xfrm>
            <a:off x="7543800" y="4187952"/>
            <a:ext cx="4041648" cy="1188720"/>
          </a:xfrm>
          <a:prstGeom prst="roundRect">
            <a:avLst/>
          </a:prstGeom>
          <a:solidFill>
            <a:srgbClr val="EDF4FF"/>
          </a:solidFill>
          <a:ln w="8890">
            <a:solidFill>
              <a:srgbClr val="EDF4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26680" y="43525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7726680" y="464515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最后由用户确认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7726680" y="5065776"/>
            <a:ext cx="3675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支持音高、时值、休止符和延音线等校正，并保留修订历史。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 02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109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围绕一个小节练，而不是面对整页琴谱发愁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85216" y="1234440"/>
            <a:ext cx="2670048" cy="4636008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6" name="Image 0" descr="/home/thundersoft/AF-GYH/Gpiano/tmp/bp-assets/gui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07592"/>
            <a:ext cx="2523744" cy="4489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84448" y="1417320"/>
            <a:ext cx="3611880" cy="1664208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ED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67328" y="15819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767328" y="18745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选择范围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767328" y="229514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按小节定位连续片段，把练习目标缩小到当前卡点。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7562088" y="1417320"/>
            <a:ext cx="3611880" cy="1664208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F5F1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44968" y="15819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44968" y="18745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先听再练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44968" y="229514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50% / 75% / 原速，支持循环和左右手分开试听。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584448" y="3447288"/>
            <a:ext cx="3611880" cy="1664208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EDF3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67328" y="36118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767328" y="39044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看见依据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767328" y="4325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指导引用当前结构事件，解释三连音、连线、节奏和跳进。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562088" y="3447288"/>
            <a:ext cx="3611880" cy="1664208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F5F1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44968" y="36118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744968" y="39044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得到动作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744968" y="4325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提供三步练法和一键试听参数，不只给抽象文字建议。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3584448" y="5559552"/>
            <a:ext cx="7589520" cy="530352"/>
          </a:xfrm>
          <a:prstGeom prst="roundRect">
            <a:avLst/>
          </a:prstGeom>
          <a:solidFill>
            <a:srgbClr val="FFF3A6"/>
          </a:solidFill>
          <a:ln w="8890">
            <a:solidFill>
              <a:srgbClr val="FFF3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22192" y="5669280"/>
            <a:ext cx="7114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先确认谱面正确 → 再拆分难点 → 最后回到连贯演奏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 03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109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练习版本可以继续改，原谱和主谱不会被覆盖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836408" y="1225296"/>
            <a:ext cx="2761488" cy="4800600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6" name="Image 0" descr="/home/thundersoft/AF-GYH/Gpiano/tmp/bp-assets/version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298448"/>
            <a:ext cx="2615184" cy="46542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1389888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右手分手练习版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5681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从当前主谱生成独立候选，把左手暂时静音，让注意力集中在右手节奏与落键。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971800"/>
            <a:ext cx="1408176" cy="1572768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" y="31546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22376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22376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选择分手或降低跨距方案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984248" y="3730752"/>
            <a:ext cx="219456" cy="0"/>
          </a:xfrm>
          <a:prstGeom prst="line">
            <a:avLst/>
          </a:prstGeom>
          <a:noFill/>
          <a:ln w="1270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240280" y="2971800"/>
            <a:ext cx="1408176" cy="1572768"/>
          </a:xfrm>
          <a:prstGeom prst="roundRect">
            <a:avLst/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95728" y="31546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395728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审阅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395728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逐项查看事件差异与取舍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3657600" y="3730752"/>
            <a:ext cx="219456" cy="0"/>
          </a:xfrm>
          <a:prstGeom prst="line">
            <a:avLst/>
          </a:prstGeom>
          <a:noFill/>
          <a:ln w="1270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913632" y="2971800"/>
            <a:ext cx="1408176" cy="1572768"/>
          </a:xfrm>
          <a:prstGeom prst="roundRect">
            <a:avLst/>
          </a:prstGeom>
          <a:solidFill>
            <a:srgbClr val="FFF3A6"/>
          </a:solidFill>
          <a:ln w="8890">
            <a:solidFill>
              <a:srgbClr val="FFF3A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31546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继续校正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4069080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在候选内修改音高等事件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5330952" y="3730752"/>
            <a:ext cx="219456" cy="0"/>
          </a:xfrm>
          <a:prstGeom prst="line">
            <a:avLst/>
          </a:prstGeom>
          <a:noFill/>
          <a:ln w="12700">
            <a:solidFill>
              <a:srgbClr val="3F474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586984" y="2971800"/>
            <a:ext cx="1408176" cy="1572768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42432" y="31546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742432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撤销 / 重做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5742432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独立历史，不改变主谱指针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566928" y="4956048"/>
            <a:ext cx="6327648" cy="822960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2104" y="50840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3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</a:t>
            </a:r>
            <a:endParaRPr lang="en-US" sz="2500" dirty="0"/>
          </a:p>
        </p:txBody>
      </p:sp>
      <p:sp>
        <p:nvSpPr>
          <p:cNvPr id="30" name="Text 27"/>
          <p:cNvSpPr txBox="1"/>
          <p:nvPr/>
        </p:nvSpPr>
        <p:spPr>
          <a:xfrm>
            <a:off x="1737360" y="5120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项差异可审阅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3657600" y="50840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F♯4 → G♯4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983480" y="51206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2D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形成独立修订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产品原则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109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只在用户同意后参与，而且只看到当前选段的最小信息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2670048" cy="4636008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6" name="Image 0" descr="/home/thundersoft/AF-GYH/Gpiano/tmp/bp-assets/ai-con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2523744" cy="4489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11880" y="1399032"/>
            <a:ext cx="7607808" cy="859536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22192" y="1563624"/>
            <a:ext cx="1234440" cy="310896"/>
          </a:xfrm>
          <a:prstGeom prst="roundRect">
            <a:avLst/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13632" y="15910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逐次授权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321808" y="154533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每次提问前展示发送范围，由用户主动确认。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11880" y="2478024"/>
            <a:ext cx="7607808" cy="859536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22192" y="2642616"/>
            <a:ext cx="1234440" cy="310896"/>
          </a:xfrm>
          <a:prstGeom prst="roundRect">
            <a:avLst/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13632" y="26700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最小化发送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321808" y="2624328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只发送当前小节的结构摘要、证据和问题，不发送原谱图片。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11880" y="3557016"/>
            <a:ext cx="7607808" cy="859536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22192" y="3721608"/>
            <a:ext cx="1234440" cy="310896"/>
          </a:xfrm>
          <a:prstGeom prst="roundRect">
            <a:avLst/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13632" y="37490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双重校验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321808" y="370332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客户端与 companion 都限制回答必须引用选段内事件。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11880" y="4636008"/>
            <a:ext cx="7607808" cy="859536"/>
          </a:xfrm>
          <a:prstGeom prst="roundRect">
            <a:avLst/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22192" y="4800600"/>
            <a:ext cx="1234440" cy="310896"/>
          </a:xfrm>
          <a:prstGeom prst="roundRect">
            <a:avLst/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13632" y="48280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7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本地降级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478231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模型不可用时，阅读、校正、播放和本地指导仍可继续。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703320" y="58521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原谱与演奏记录默认保存在本机；密钥只存在服务端。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当前版本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109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已经能完成一轮真实练习工作流，也明确知道还不能做什么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274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559552" cy="4526280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664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现在可以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40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单页图片 OMR 与失败恢复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980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706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原谱对照和关键结构校正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284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00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小节选择、变速、循环和分手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587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31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本地证据指导与授权 AI 问答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891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1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可编辑派生练习版本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194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92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MusicXML / MIDI / .gpiano 导出恢复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5349240" cy="3017520"/>
          </a:xfrm>
          <a:prstGeom prst="roundRect">
            <a:avLst/>
          </a:prstGeom>
          <a:solidFill>
            <a:srgbClr val="F8ECEA"/>
          </a:solidFill>
          <a:ln w="8890">
            <a:solidFill>
              <a:srgbClr val="E9C9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1664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还不能承诺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620256" y="22677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22402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不承诺任意复杂谱的识别准确率</a:t>
            </a:r>
            <a:endParaRPr lang="en-US" sz="1070" dirty="0"/>
          </a:p>
        </p:txBody>
      </p:sp>
      <p:sp>
        <p:nvSpPr>
          <p:cNvPr id="23" name="Text 21"/>
          <p:cNvSpPr txBox="1"/>
          <p:nvPr/>
        </p:nvSpPr>
        <p:spPr>
          <a:xfrm>
            <a:off x="6620256" y="27432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27157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不替代教师做确定性教学判断</a:t>
            </a:r>
            <a:endParaRPr lang="en-US" sz="1070" dirty="0"/>
          </a:p>
        </p:txBody>
      </p:sp>
      <p:sp>
        <p:nvSpPr>
          <p:cNvPr id="25" name="Text 23"/>
          <p:cNvSpPr txBox="1"/>
          <p:nvPr/>
        </p:nvSpPr>
        <p:spPr>
          <a:xfrm>
            <a:off x="6620256" y="32186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319125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不提供专业制谱软件级自由排版</a:t>
            </a:r>
            <a:endParaRPr lang="en-US" sz="1070" dirty="0"/>
          </a:p>
        </p:txBody>
      </p:sp>
      <p:sp>
        <p:nvSpPr>
          <p:cNvPr id="27" name="Text 25"/>
          <p:cNvSpPr txBox="1"/>
          <p:nvPr/>
        </p:nvSpPr>
        <p:spPr>
          <a:xfrm>
            <a:off x="6620256" y="36941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76872" y="366674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 MIDI 电钢琴兼容仍待验证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1188720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19088" y="48646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52852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644384" y="4663440"/>
            <a:ext cx="1188720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54112" y="48646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754112" y="52852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项差异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79408" y="4663440"/>
            <a:ext cx="1188720" cy="1225296"/>
          </a:xfrm>
          <a:prstGeom prst="roundRect">
            <a:avLst/>
          </a:prstGeom>
          <a:solidFill>
            <a:srgbClr val="FFF3A6"/>
          </a:solidFill>
          <a:ln w="8890">
            <a:solidFill>
              <a:srgbClr val="FFF3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89136" y="48646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8:25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089136" y="52852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真机录屏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314432" y="4663440"/>
            <a:ext cx="1188720" cy="12252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24160" y="48646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528523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后端与 Android 测试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474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下一步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078992"/>
            <a:ext cx="65836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让每一份琴谱，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都能成为适合自己的练习材料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2889504"/>
            <a:ext cx="6565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47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下一阶段不急着堆更多功能，而是邀请真实学习者完成整轮流程，验证三个问题：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" y="3822192"/>
            <a:ext cx="2121408" cy="1481328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400507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42793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能否顺利完成？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468172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从导入到生成练习版本，哪里会中断？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07792" y="3822192"/>
            <a:ext cx="2121408" cy="1481328"/>
          </a:xfrm>
          <a:prstGeom prst="roundRect">
            <a:avLst/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72384" y="400507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072384" y="42793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校正成本可接受吗？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468172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识别错误是否容易发现和修正？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303520" y="3822192"/>
            <a:ext cx="2121408" cy="1481328"/>
          </a:xfrm>
          <a:prstGeom prst="roundRect">
            <a:avLst/>
          </a:prstGeom>
          <a:solidFill>
            <a:srgbClr val="EDF3EF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68112" y="400507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68112" y="42793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3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是否愿意再次使用？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68112" y="468172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哪一步真正帮助用户继续练下去？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503920" y="521208"/>
            <a:ext cx="2660904" cy="4617720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pic>
        <p:nvPicPr>
          <p:cNvPr id="18" name="Image 0" descr="/home/thundersoft/AF-GYH/Gpiano/tmp/bp-assets/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2" y="594360"/>
            <a:ext cx="2514600" cy="447141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845552" y="4919472"/>
            <a:ext cx="3703320" cy="804672"/>
          </a:xfrm>
          <a:prstGeom prst="roundRect">
            <a:avLst/>
          </a:prstGeom>
          <a:solidFill>
            <a:srgbClr val="1F2320"/>
          </a:solidFill>
          <a:ln w="8890">
            <a:solidFill>
              <a:srgbClr val="1F23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19872" y="504748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不替你练琴，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让你的琴谱更适合你练。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2064" y="5907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D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06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指间流韵队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Gpiano AI：把你的琴谱，变成适合自己练的琴谱</dc:title>
  <dc:subject>Gpiano AI 产品介绍</dc:subject>
  <dc:creator>指间流韵队</dc:creator>
  <cp:lastModifiedBy>指间流韵队</cp:lastModifiedBy>
  <cp:revision>1</cp:revision>
  <dcterms:created xsi:type="dcterms:W3CDTF">2026-08-23T09:03:58Z</dcterms:created>
  <dcterms:modified xsi:type="dcterms:W3CDTF">2026-08-23T09:03:58Z</dcterms:modified>
</cp:coreProperties>
</file>